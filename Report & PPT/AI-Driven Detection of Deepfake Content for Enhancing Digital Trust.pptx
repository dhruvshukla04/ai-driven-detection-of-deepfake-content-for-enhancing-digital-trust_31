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11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7637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44768" y="0"/>
            <a:ext cx="2999232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505" y="54864"/>
            <a:ext cx="1920240" cy="608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84033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Presentation of CO-OP Project at Industry (Module-2) (22CS421)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135331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AI-Driven Detection of Deepfake Content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Enhancing Digital Trust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Sukhpreet Singh (22109902416)  |  Dhruv Shukla (2210990278)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Dhruv Kinger (2210990275)  |  Gourav Rana (2210990330)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Shyam Goyal, Dean CSE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" y="5120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of Computer Science and Engineering,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University, Punjab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44768" y="0"/>
            <a:ext cx="2999232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505" y="54864"/>
            <a:ext cx="1920240" cy="608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1005840"/>
            <a:ext cx="85039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Deepfakes use GANs to create near-indistinguishable fake videos/images, enabling misinformation and identity fraud.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a practical detection system combining a CNN backend with browser-based inference using TensorFlow.js and Brain.js.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Trained on FaceForensics++ and DFDC datasets using PyTorch, OpenCV, and Keras.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Achieved over 94% accuracy on standard benchmarks.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Identified the generalization problem as a key challenge shared across the field.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Goal: a system usable by real people in real situations — no server, no technical background required.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44768" y="0"/>
            <a:ext cx="2999232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505" y="54864"/>
            <a:ext cx="1920240" cy="608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1005840"/>
            <a:ext cx="85039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Creating convincing fake videos once required expertise; today anyone can do it with simple apps.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Consequences: viral misinformation, false implication in crimes, impersonation in politics, legal proceedings, and personal life.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technology — Generative Adversarial Networks (GANs):</a:t>
            </a:r>
            <a:endParaRPr lang="en-US" sz="1800" dirty="0"/>
          </a:p>
          <a:p>
            <a:pPr marL="685800" lvl="1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networks pit against each other: a generator and a discriminator.</a:t>
            </a:r>
            <a:endParaRPr lang="en-US" sz="1800" dirty="0"/>
          </a:p>
          <a:p>
            <a:pPr marL="685800" lvl="1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Iterative training produces increasingly realistic synthetic content.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review at scale is not realistic — AI-based detection is essential.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approach:</a:t>
            </a:r>
            <a:endParaRPr lang="en-US" sz="1800" dirty="0"/>
          </a:p>
          <a:p>
            <a:pPr marL="685800" lvl="1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CNN-based backend model for high-accuracy detection.</a:t>
            </a:r>
            <a:endParaRPr lang="en-US" sz="1800" dirty="0"/>
          </a:p>
          <a:p>
            <a:pPr marL="685800" lvl="1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TensorFlow.js + Brain.js for in-browser inference — no server required.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44768" y="0"/>
            <a:ext cx="2999232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505" y="54864"/>
            <a:ext cx="1920240" cy="608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Related Work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1005840"/>
            <a:ext cx="85039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 methods (rule-based):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Blurry edges, unnatural blinking, lighting mismatches.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initially, failed as GAN quality improved.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FaceForensics++ (Rossler et al., ICCV 2019):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Landmark dataset; showed CNNs detect compression artifacts left by manipulation.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Xception (Chollet, CVPR 2017):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Depthwise separable convolutions — surprisingly effective for facial forgery detection.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Vision Transformers: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cross-domain generalization, but computationally expensive for real-time use.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approaches: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 per-frame analysis with temporal consistency across video.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gap: most work focuses on model accuracy, not on practical user-accessible deployment.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44768" y="0"/>
            <a:ext cx="2999232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505" y="54864"/>
            <a:ext cx="1920240" cy="608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– System Overview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1005840"/>
            <a:ext cx="85039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decoupled components: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Backend: data preparation, training, model export (Python tools).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Frontend: browser-based inference — self-contained once model is loaded.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tools: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PyTorch, TensorFlow/Keras, OpenCV, PIL, Scikit-image.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tools: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TensorFlow.js (deep inference), Brain.js (fast pre-filter), HTML5 Canvas APIs.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CNN Architecture: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Input: 224×224 RGB face crops.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convolutional blocks with batch normalization and ReLU.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 average pooling → FC layers → Dropout (0.5) → Sigmoid output.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Transfer Learning: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Fine-tuned EfficientNet-B4; faster convergence and better accuracy than custom CNN.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44768" y="0"/>
            <a:ext cx="2999232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505" y="54864"/>
            <a:ext cx="1920240" cy="608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1005840"/>
            <a:ext cx="85039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FaceForensics++ (Rossler et al., 2019):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and manipulated videos using DeepFakes, Face2Face, FaceSwap, NeuralTextures.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Reliable compression-artifact benchmark widely used in the field.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DeepFake Detection Challenge (DFDC) Dataset: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Created by Facebook AI Research.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 100,000 videos using diverse GAN-based generation techniques.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 pipeline: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 extraction per video.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Face detection: OpenCV Haar cascade + dlib HOG-based detector.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Crop and resize to 224×224 px.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Augmentation: horizontal flipping, brightness/contrast shifts, random noise injection.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44768" y="0"/>
            <a:ext cx="2999232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505" y="54864"/>
            <a:ext cx="1920240" cy="608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Details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1005840"/>
            <a:ext cx="85039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 – Data Preprocessing: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Videos decomposed frame-by-frame; faces cropped to 224×224.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Augmentation for robustness against varied conditions.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 – Model Training: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 CNN (5 conv blocks, batch norm, ReLU, dropout 0.5, sigmoid output).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EfficientNet-B4 transfer learning — outperformed custom CNN on compressed video.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 – Model Export &amp; Browser Deployment: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Exported Keras model to TensorFlow.js via tensorflowjs_converter.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Brain.js classifier trained on CNN embeddings as a fast pre-filter.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 – Inference &amp; Result Aggregation: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Brain.js handles clear cases; ambiguous cases forwarded to TensorFlow.js.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Per-frame results aggregated into final verdict with confidence score.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 inference: ~340ms/frame in Chrome on a mid-range laptop.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44768" y="0"/>
            <a:ext cx="2999232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505" y="54864"/>
            <a:ext cx="1920240" cy="608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Evaluation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114800" cy="2926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Score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94.2%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93.7%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92.9%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 Score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93.3%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AUC-ROC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0.971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3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Comparison with Baselines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846320" y="1463040"/>
            <a:ext cx="40233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CNN Ensemble vs SVM, ResNet-18, and Optical Flow baselines: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Outperformed all baselines on F1 Score and AUC-ROC.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Biggest gap on compressed videos where simpler methods struggle.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Generalization gap: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94.2% on seen GAN architectures.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~81% on unseen high-quality GAN fakes — a known field challenge.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44768" y="0"/>
            <a:ext cx="2999232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505" y="54864"/>
            <a:ext cx="1920240" cy="608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Major Findings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1005840"/>
            <a:ext cx="85039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94.2% accuracy on FaceForensics++, outperforming all baselines on F1 and AUC-ROC.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EfficientNet-B4 backbone gave better accuracy and faster training without more data.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Two-stage Brain.js + TensorFlow.js pipeline achieved ~340ms/frame — near real-time in browser.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Fully browser-based inference via TensorFlow.js eliminates server dependency.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 drops to ~81% on unseen GAN architectures — generalization remains an open challenge.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specialized hardware or server setup required — accessible to a wide user base.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44768" y="0"/>
            <a:ext cx="2999232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505" y="54864"/>
            <a:ext cx="1920240" cy="608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1005840"/>
            <a:ext cx="85039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Achieved &gt;94% accuracy on FaceForensics++ and near real-time browser inference.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a practical, server-free detection pipeline accessible to non-technical users.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Generalization gap acknowledged; architecture is a solid foundation for future improvements.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Scope: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Multi-modal detection combining audio, video, and metadata signals.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Adversarial training to improve robustness against unseen GAN architectures.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Incorporating Vision Transformer backbones for better cross-domain generalization.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Packaging as a browser extension or mobile app for real-time content verification.</a:t>
            </a:r>
            <a:endParaRPr lang="en-US" sz="17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Expanding training data with newer synthetic media to close the accuracy gap.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44768" y="0"/>
            <a:ext cx="2999232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505" y="54864"/>
            <a:ext cx="1920240" cy="608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960120"/>
            <a:ext cx="850392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Rossler, A. et al. — FaceForensics++: Learning to Detect Manipulated Facial Images. ICCV, 2019.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Chollet, F. — Xception: Deep Learning with Depthwise Separable Convolutions. CVPR, 2017.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Dolhansky, B. et al. — The DeepFake Detection Challenge (DFDC) Dataset. arXiv:2006.07397, 2020.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Dosovitskiy, A. et al. — An Image is Worth 16×16 Words: Transformers for Image Recognition at Scale. ICLR, 2021.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TensorFlow.js Team — TensorFlow.js: Machine Learning for the Web and Beyond. SysML, 2019.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Brain.js Contributors — Brain.js: Neural Networks in JavaScript. GitHub.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Tan, M. &amp; Le, Q. — EfficientNet: Rethinking Model Scaling for CNNs. ICML, 2019.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Goodfellow, I. et al. — Generative Adversarial Networks. NeurIPS, 2014.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44768" y="0"/>
            <a:ext cx="2999232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505" y="54864"/>
            <a:ext cx="1920240" cy="608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97534" y="2821838"/>
            <a:ext cx="6705295" cy="14109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1212</Words>
  <Application>Microsoft Office PowerPoint</Application>
  <PresentationFormat>On-screen Show (4:3)</PresentationFormat>
  <Paragraphs>151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Dhruv Shukla</cp:lastModifiedBy>
  <cp:revision>2</cp:revision>
  <dcterms:created xsi:type="dcterms:W3CDTF">2026-05-14T02:06:21Z</dcterms:created>
  <dcterms:modified xsi:type="dcterms:W3CDTF">2026-05-14T11:36:15Z</dcterms:modified>
</cp:coreProperties>
</file>